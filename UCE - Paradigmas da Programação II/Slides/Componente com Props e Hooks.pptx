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9" r:id="rId10"/>
    <p:sldId id="265" r:id="rId11"/>
    <p:sldId id="266" r:id="rId12"/>
    <p:sldId id="267" r:id="rId13"/>
    <p:sldId id="268" r:id="rId14"/>
    <p:sldId id="263" r:id="rId15"/>
    <p:sldId id="270" r:id="rId16"/>
    <p:sldId id="271" r:id="rId17"/>
    <p:sldId id="272" r:id="rId18"/>
    <p:sldId id="273" r:id="rId19"/>
    <p:sldId id="274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41F8F1-0B93-3AF7-15BA-4B4D1FD1CE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Conceitos de </a:t>
            </a:r>
            <a:r>
              <a:rPr lang="pt-BR" dirty="0" err="1"/>
              <a:t>Props</a:t>
            </a:r>
            <a:r>
              <a:rPr lang="pt-BR" dirty="0"/>
              <a:t> em Componentes </a:t>
            </a:r>
            <a:r>
              <a:rPr lang="pt-BR" dirty="0" err="1"/>
              <a:t>React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0601F14-4C6A-8B48-8ECF-DAC9DF972F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23389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AC884A-0D59-1B48-1A19-B8357654C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b="1" dirty="0"/>
              <a:t>O que são </a:t>
            </a:r>
            <a:r>
              <a:rPr lang="pt-BR" b="1" dirty="0" err="1"/>
              <a:t>props</a:t>
            </a:r>
            <a:r>
              <a:rPr lang="pt-BR" b="1" dirty="0"/>
              <a:t>?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319E60-5F38-08D9-EAEC-1A28C0A78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 err="1"/>
              <a:t>Props</a:t>
            </a:r>
            <a:r>
              <a:rPr lang="pt-BR" dirty="0"/>
              <a:t> (propriedades) são como </a:t>
            </a:r>
            <a:r>
              <a:rPr lang="pt-BR" b="1" dirty="0"/>
              <a:t>parâmetros</a:t>
            </a:r>
            <a:r>
              <a:rPr lang="pt-BR" dirty="0"/>
              <a:t> de uma função.</a:t>
            </a:r>
          </a:p>
          <a:p>
            <a:r>
              <a:rPr lang="pt-BR" dirty="0"/>
              <a:t>Em </a:t>
            </a:r>
            <a:r>
              <a:rPr lang="pt-BR" dirty="0" err="1"/>
              <a:t>React</a:t>
            </a:r>
            <a:r>
              <a:rPr lang="pt-BR" dirty="0"/>
              <a:t>, </a:t>
            </a:r>
            <a:r>
              <a:rPr lang="pt-BR" dirty="0" err="1"/>
              <a:t>props</a:t>
            </a:r>
            <a:r>
              <a:rPr lang="pt-BR" dirty="0"/>
              <a:t> permitem </a:t>
            </a:r>
            <a:r>
              <a:rPr lang="pt-BR" b="1" dirty="0"/>
              <a:t>passar informações de um componente pai para um componente filho</a:t>
            </a:r>
            <a:r>
              <a:rPr lang="pt-BR" dirty="0"/>
              <a:t>.</a:t>
            </a:r>
          </a:p>
          <a:p>
            <a:r>
              <a:rPr lang="pt-BR" dirty="0"/>
              <a:t>Elas podem ser de </a:t>
            </a:r>
            <a:r>
              <a:rPr lang="pt-BR" b="1" dirty="0"/>
              <a:t>qualquer tipo</a:t>
            </a:r>
            <a:r>
              <a:rPr lang="pt-BR" dirty="0"/>
              <a:t>: números, </a:t>
            </a:r>
            <a:r>
              <a:rPr lang="pt-BR" dirty="0" err="1"/>
              <a:t>strings</a:t>
            </a:r>
            <a:r>
              <a:rPr lang="pt-BR" dirty="0"/>
              <a:t>, objetos, funções, etc.</a:t>
            </a:r>
          </a:p>
          <a:p>
            <a:r>
              <a:rPr lang="pt-BR" dirty="0"/>
              <a:t>Analogia: se um </a:t>
            </a:r>
            <a:r>
              <a:rPr lang="pt-BR" b="1" dirty="0"/>
              <a:t>componente</a:t>
            </a:r>
            <a:r>
              <a:rPr lang="pt-BR" dirty="0"/>
              <a:t> é uma </a:t>
            </a:r>
            <a:r>
              <a:rPr lang="pt-BR" b="1" dirty="0"/>
              <a:t>função</a:t>
            </a:r>
            <a:r>
              <a:rPr lang="pt-BR" dirty="0"/>
              <a:t>, então </a:t>
            </a:r>
            <a:r>
              <a:rPr lang="pt-BR" b="1" dirty="0" err="1"/>
              <a:t>props</a:t>
            </a:r>
            <a:r>
              <a:rPr lang="pt-BR" dirty="0"/>
              <a:t> são os </a:t>
            </a:r>
            <a:r>
              <a:rPr lang="pt-BR" b="1" dirty="0"/>
              <a:t>argumentos dessa função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57126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DE83EB-B010-7DDD-38EC-B4A872A31B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Componente com </a:t>
            </a:r>
            <a:r>
              <a:rPr lang="pt-BR" b="1" dirty="0" err="1"/>
              <a:t>props</a:t>
            </a:r>
            <a:r>
              <a:rPr lang="pt-BR" b="1" dirty="0"/>
              <a:t> do tipo variável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D0708D-9EC8-649B-C63A-0A86C58DD0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Esse tipo de componente recebe um </a:t>
            </a:r>
            <a:r>
              <a:rPr lang="pt-BR" b="1" dirty="0"/>
              <a:t>valor simples</a:t>
            </a:r>
            <a:r>
              <a:rPr lang="pt-BR" dirty="0"/>
              <a:t>: </a:t>
            </a:r>
            <a:r>
              <a:rPr lang="pt-BR" dirty="0" err="1"/>
              <a:t>string</a:t>
            </a:r>
            <a:r>
              <a:rPr lang="pt-BR" dirty="0"/>
              <a:t>, número, booleano, objeto etc.</a:t>
            </a:r>
            <a:br>
              <a:rPr lang="pt-BR" dirty="0"/>
            </a:br>
            <a:r>
              <a:rPr lang="pt-BR" dirty="0"/>
              <a:t>Serve para </a:t>
            </a:r>
            <a:r>
              <a:rPr lang="pt-BR" b="1" dirty="0"/>
              <a:t>exibir dados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75950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1AFD8-D835-52FA-3CEE-DFD94343A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7A50F1-FFFF-C00B-2EEF-616CF31A4E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 err="1"/>
              <a:t>type</a:t>
            </a:r>
            <a:r>
              <a:rPr lang="pt-BR" dirty="0"/>
              <a:t> </a:t>
            </a:r>
            <a:r>
              <a:rPr lang="pt-BR" dirty="0" err="1"/>
              <a:t>SaudacaoProps</a:t>
            </a:r>
            <a:r>
              <a:rPr lang="pt-BR" dirty="0"/>
              <a:t> = {</a:t>
            </a:r>
          </a:p>
          <a:p>
            <a:pPr marL="0" indent="0">
              <a:buNone/>
            </a:pPr>
            <a:r>
              <a:rPr lang="pt-BR" dirty="0"/>
              <a:t>  nome: </a:t>
            </a:r>
            <a:r>
              <a:rPr lang="pt-BR" dirty="0" err="1"/>
              <a:t>string</a:t>
            </a:r>
            <a:r>
              <a:rPr lang="pt-BR" dirty="0"/>
              <a:t>; // a </a:t>
            </a:r>
            <a:r>
              <a:rPr lang="pt-BR" dirty="0" err="1"/>
              <a:t>prop</a:t>
            </a:r>
            <a:r>
              <a:rPr lang="pt-BR" dirty="0"/>
              <a:t> é uma </a:t>
            </a:r>
            <a:r>
              <a:rPr lang="pt-BR" dirty="0" err="1"/>
              <a:t>string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};</a:t>
            </a:r>
          </a:p>
          <a:p>
            <a:pPr marL="0" indent="0">
              <a:buNone/>
            </a:pP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Saudacao</a:t>
            </a:r>
            <a:r>
              <a:rPr lang="pt-BR" dirty="0"/>
              <a:t>({ nome }: </a:t>
            </a:r>
            <a:r>
              <a:rPr lang="pt-BR" dirty="0" err="1"/>
              <a:t>SaudacaoProps</a:t>
            </a:r>
            <a:r>
              <a:rPr lang="pt-BR" dirty="0"/>
              <a:t>) {</a:t>
            </a:r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return</a:t>
            </a:r>
            <a:r>
              <a:rPr lang="pt-BR" dirty="0"/>
              <a:t> &lt;h2&gt;Olá, {nome}!&lt;/h2&gt;;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Uso:</a:t>
            </a:r>
          </a:p>
          <a:p>
            <a:pPr marL="0" indent="0">
              <a:buNone/>
            </a:pPr>
            <a:r>
              <a:rPr lang="pt-BR" dirty="0"/>
              <a:t>&lt;</a:t>
            </a:r>
            <a:r>
              <a:rPr lang="pt-BR" dirty="0" err="1"/>
              <a:t>Saudacao</a:t>
            </a:r>
            <a:r>
              <a:rPr lang="pt-BR" dirty="0"/>
              <a:t> nome="Maria" /&gt;</a:t>
            </a:r>
          </a:p>
        </p:txBody>
      </p:sp>
    </p:spTree>
    <p:extLst>
      <p:ext uri="{BB962C8B-B14F-4D97-AF65-F5344CB8AC3E}">
        <p14:creationId xmlns:p14="http://schemas.microsoft.com/office/powerpoint/2010/main" val="2056457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A6D2CB-4AC4-F59D-6266-25508302F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/>
              <a:t>Componente com </a:t>
            </a:r>
            <a:r>
              <a:rPr lang="pt-BR" b="1" dirty="0" err="1"/>
              <a:t>props</a:t>
            </a:r>
            <a:r>
              <a:rPr lang="pt-BR" b="1" dirty="0"/>
              <a:t> do tipo função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2E4368A-63DE-8844-66F9-25B63F2AE6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pt-BR" dirty="0"/>
              <a:t>Esse tipo de componente recebe </a:t>
            </a:r>
            <a:r>
              <a:rPr lang="pt-BR" b="1" dirty="0"/>
              <a:t>uma função</a:t>
            </a:r>
            <a:r>
              <a:rPr lang="pt-BR" dirty="0"/>
              <a:t> como </a:t>
            </a:r>
            <a:r>
              <a:rPr lang="pt-BR" dirty="0" err="1"/>
              <a:t>prop</a:t>
            </a:r>
            <a:r>
              <a:rPr lang="pt-BR" dirty="0"/>
              <a:t>.</a:t>
            </a:r>
          </a:p>
          <a:p>
            <a:r>
              <a:rPr lang="pt-BR" dirty="0"/>
              <a:t>Serve para o </a:t>
            </a:r>
            <a:r>
              <a:rPr lang="pt-BR" b="1" dirty="0"/>
              <a:t>filho chamar uma ação que o pai definiu</a:t>
            </a:r>
            <a:r>
              <a:rPr lang="pt-BR" dirty="0"/>
              <a:t> (ex.: clique no botão).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type</a:t>
            </a:r>
            <a:r>
              <a:rPr lang="pt-BR" dirty="0"/>
              <a:t> </a:t>
            </a:r>
            <a:r>
              <a:rPr lang="pt-BR" dirty="0" err="1"/>
              <a:t>BotaoProps</a:t>
            </a:r>
            <a:r>
              <a:rPr lang="pt-BR" dirty="0"/>
              <a:t> = {</a:t>
            </a:r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onClick</a:t>
            </a:r>
            <a:r>
              <a:rPr lang="pt-BR" dirty="0"/>
              <a:t>: () =&gt; </a:t>
            </a:r>
            <a:r>
              <a:rPr lang="pt-BR" dirty="0" err="1"/>
              <a:t>void</a:t>
            </a:r>
            <a:r>
              <a:rPr lang="pt-BR" dirty="0"/>
              <a:t>; // a </a:t>
            </a:r>
            <a:r>
              <a:rPr lang="pt-BR" dirty="0" err="1"/>
              <a:t>prop</a:t>
            </a:r>
            <a:r>
              <a:rPr lang="pt-BR" dirty="0"/>
              <a:t> é uma função</a:t>
            </a:r>
          </a:p>
          <a:p>
            <a:pPr marL="0" indent="0">
              <a:buNone/>
            </a:pPr>
            <a:r>
              <a:rPr lang="pt-BR" dirty="0"/>
              <a:t>};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Botao</a:t>
            </a:r>
            <a:r>
              <a:rPr lang="pt-BR" dirty="0"/>
              <a:t>({ </a:t>
            </a:r>
            <a:r>
              <a:rPr lang="pt-BR" dirty="0" err="1"/>
              <a:t>onClick</a:t>
            </a:r>
            <a:r>
              <a:rPr lang="pt-BR" dirty="0"/>
              <a:t> }: </a:t>
            </a:r>
            <a:r>
              <a:rPr lang="pt-BR" dirty="0" err="1"/>
              <a:t>BotaoProps</a:t>
            </a:r>
            <a:r>
              <a:rPr lang="pt-BR" dirty="0"/>
              <a:t>) {</a:t>
            </a:r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return</a:t>
            </a:r>
            <a:r>
              <a:rPr lang="pt-BR" dirty="0"/>
              <a:t> &lt;</a:t>
            </a:r>
            <a:r>
              <a:rPr lang="pt-BR" dirty="0" err="1"/>
              <a:t>button</a:t>
            </a:r>
            <a:r>
              <a:rPr lang="pt-BR" dirty="0"/>
              <a:t> </a:t>
            </a:r>
            <a:r>
              <a:rPr lang="pt-BR" dirty="0" err="1"/>
              <a:t>onClick</a:t>
            </a:r>
            <a:r>
              <a:rPr lang="pt-BR" dirty="0"/>
              <a:t>={</a:t>
            </a:r>
            <a:r>
              <a:rPr lang="pt-BR" dirty="0" err="1"/>
              <a:t>onClick</a:t>
            </a:r>
            <a:r>
              <a:rPr lang="pt-BR" dirty="0"/>
              <a:t>}&gt;Clique aqui&lt;/</a:t>
            </a:r>
            <a:r>
              <a:rPr lang="pt-BR" dirty="0" err="1"/>
              <a:t>button</a:t>
            </a:r>
            <a:r>
              <a:rPr lang="pt-BR" dirty="0"/>
              <a:t>&gt;;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/>
              <a:t>Uso</a:t>
            </a:r>
          </a:p>
          <a:p>
            <a:endParaRPr lang="pt-BR" dirty="0"/>
          </a:p>
          <a:p>
            <a:pPr marL="0" indent="0">
              <a:buNone/>
            </a:pP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dizerOla</a:t>
            </a:r>
            <a:r>
              <a:rPr lang="pt-BR" dirty="0"/>
              <a:t>() {</a:t>
            </a:r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alert</a:t>
            </a:r>
            <a:r>
              <a:rPr lang="pt-BR" dirty="0"/>
              <a:t>("Você clicou no botão!");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&lt;</a:t>
            </a:r>
            <a:r>
              <a:rPr lang="pt-BR" dirty="0" err="1"/>
              <a:t>Botao</a:t>
            </a:r>
            <a:r>
              <a:rPr lang="pt-BR" dirty="0"/>
              <a:t> </a:t>
            </a:r>
            <a:r>
              <a:rPr lang="pt-BR" dirty="0" err="1"/>
              <a:t>onClick</a:t>
            </a:r>
            <a:r>
              <a:rPr lang="pt-BR" dirty="0"/>
              <a:t>={</a:t>
            </a:r>
            <a:r>
              <a:rPr lang="pt-BR" dirty="0" err="1"/>
              <a:t>dizerOla</a:t>
            </a:r>
            <a:r>
              <a:rPr lang="pt-BR" dirty="0"/>
              <a:t>} /&gt;</a:t>
            </a:r>
          </a:p>
        </p:txBody>
      </p:sp>
    </p:spTree>
    <p:extLst>
      <p:ext uri="{BB962C8B-B14F-4D97-AF65-F5344CB8AC3E}">
        <p14:creationId xmlns:p14="http://schemas.microsoft.com/office/powerpoint/2010/main" val="3836660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2D060B-1558-47DA-50F1-99C125D12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Juntando os dois conceitos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DAA77D-B44F-222C-1DBE-D6EA6DE9A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pt-BR" dirty="0" err="1"/>
              <a:t>export</a:t>
            </a:r>
            <a:r>
              <a:rPr lang="pt-BR" dirty="0"/>
              <a:t> default </a:t>
            </a:r>
            <a:r>
              <a:rPr lang="pt-BR" dirty="0" err="1"/>
              <a:t>function</a:t>
            </a:r>
            <a:r>
              <a:rPr lang="pt-BR" dirty="0"/>
              <a:t> App() {</a:t>
            </a:r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dizerOla</a:t>
            </a:r>
            <a:r>
              <a:rPr lang="pt-BR" dirty="0"/>
              <a:t>() {</a:t>
            </a:r>
          </a:p>
          <a:p>
            <a:pPr marL="0" indent="0">
              <a:buNone/>
            </a:pPr>
            <a:r>
              <a:rPr lang="pt-BR" dirty="0"/>
              <a:t>    </a:t>
            </a:r>
            <a:r>
              <a:rPr lang="pt-BR" dirty="0" err="1"/>
              <a:t>alert</a:t>
            </a:r>
            <a:r>
              <a:rPr lang="pt-BR" dirty="0"/>
              <a:t>("Você clicou!");</a:t>
            </a:r>
          </a:p>
          <a:p>
            <a:pPr marL="0" indent="0">
              <a:buNone/>
            </a:pPr>
            <a:r>
              <a:rPr lang="pt-BR" dirty="0"/>
              <a:t>  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return</a:t>
            </a:r>
            <a:r>
              <a:rPr lang="pt-BR" dirty="0"/>
              <a:t> (</a:t>
            </a:r>
          </a:p>
          <a:p>
            <a:pPr marL="0" indent="0">
              <a:buNone/>
            </a:pPr>
            <a:r>
              <a:rPr lang="pt-BR" dirty="0"/>
              <a:t>    &lt;</a:t>
            </a:r>
            <a:r>
              <a:rPr lang="pt-BR" dirty="0" err="1"/>
              <a:t>div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/>
              <a:t>      {/* </a:t>
            </a:r>
            <a:r>
              <a:rPr lang="pt-BR" dirty="0" err="1"/>
              <a:t>prop</a:t>
            </a:r>
            <a:r>
              <a:rPr lang="pt-BR" dirty="0"/>
              <a:t> do tipo variável */}</a:t>
            </a:r>
          </a:p>
          <a:p>
            <a:pPr marL="0" indent="0">
              <a:buNone/>
            </a:pPr>
            <a:r>
              <a:rPr lang="pt-BR" dirty="0"/>
              <a:t>      &lt;</a:t>
            </a:r>
            <a:r>
              <a:rPr lang="pt-BR" dirty="0" err="1"/>
              <a:t>Saudacao</a:t>
            </a:r>
            <a:r>
              <a:rPr lang="pt-BR" dirty="0"/>
              <a:t> nome="Maria" /&gt;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      {/* </a:t>
            </a:r>
            <a:r>
              <a:rPr lang="pt-BR" dirty="0" err="1"/>
              <a:t>prop</a:t>
            </a:r>
            <a:r>
              <a:rPr lang="pt-BR" dirty="0"/>
              <a:t> do tipo função */}</a:t>
            </a:r>
          </a:p>
          <a:p>
            <a:pPr marL="0" indent="0">
              <a:buNone/>
            </a:pPr>
            <a:r>
              <a:rPr lang="pt-BR" dirty="0"/>
              <a:t>      &lt;</a:t>
            </a:r>
            <a:r>
              <a:rPr lang="pt-BR" dirty="0" err="1"/>
              <a:t>Botao</a:t>
            </a:r>
            <a:r>
              <a:rPr lang="pt-BR" dirty="0"/>
              <a:t> </a:t>
            </a:r>
            <a:r>
              <a:rPr lang="pt-BR" dirty="0" err="1"/>
              <a:t>onClick</a:t>
            </a:r>
            <a:r>
              <a:rPr lang="pt-BR" dirty="0"/>
              <a:t>={</a:t>
            </a:r>
            <a:r>
              <a:rPr lang="pt-BR" dirty="0" err="1"/>
              <a:t>dizerOla</a:t>
            </a:r>
            <a:r>
              <a:rPr lang="pt-BR" dirty="0"/>
              <a:t>} /&gt;</a:t>
            </a:r>
          </a:p>
          <a:p>
            <a:pPr marL="0" indent="0">
              <a:buNone/>
            </a:pPr>
            <a:r>
              <a:rPr lang="pt-BR" dirty="0"/>
              <a:t>    &lt;/</a:t>
            </a:r>
            <a:r>
              <a:rPr lang="pt-BR" dirty="0" err="1"/>
              <a:t>div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/>
              <a:t>  );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47532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4F05A2-BCEB-6713-30BE-9B4B735E9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398760-2CE2-50A2-6AD0-E99AF06DE7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primeiro componente </a:t>
            </a:r>
            <a:r>
              <a:rPr lang="pt-BR" b="1" dirty="0"/>
              <a:t>mostra dados</a:t>
            </a:r>
            <a:r>
              <a:rPr lang="pt-BR" dirty="0"/>
              <a:t>.</a:t>
            </a:r>
          </a:p>
          <a:p>
            <a:r>
              <a:rPr lang="pt-BR" dirty="0"/>
              <a:t>O segundo componente </a:t>
            </a:r>
            <a:r>
              <a:rPr lang="pt-BR" b="1" dirty="0"/>
              <a:t>aciona comportamentos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08438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C625BB-8FE2-5D50-7DCF-ED65C8E22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E23B29-32F3-A2FA-DD6E-CC2F291B3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src</a:t>
            </a:r>
            <a:r>
              <a:rPr lang="pt-BR" dirty="0"/>
              <a:t>/</a:t>
            </a:r>
          </a:p>
          <a:p>
            <a:r>
              <a:rPr lang="pt-BR" dirty="0"/>
              <a:t>  </a:t>
            </a:r>
            <a:r>
              <a:rPr lang="pt-BR" dirty="0" err="1"/>
              <a:t>components</a:t>
            </a:r>
            <a:r>
              <a:rPr lang="pt-BR" dirty="0"/>
              <a:t>/</a:t>
            </a:r>
          </a:p>
          <a:p>
            <a:r>
              <a:rPr lang="pt-BR" dirty="0"/>
              <a:t>    </a:t>
            </a:r>
            <a:r>
              <a:rPr lang="pt-BR" dirty="0" err="1"/>
              <a:t>Saudacao.tsx</a:t>
            </a:r>
            <a:endParaRPr lang="pt-BR" dirty="0"/>
          </a:p>
          <a:p>
            <a:r>
              <a:rPr lang="pt-BR" dirty="0"/>
              <a:t>    </a:t>
            </a:r>
            <a:r>
              <a:rPr lang="pt-BR" dirty="0" err="1"/>
              <a:t>Botao.tsx</a:t>
            </a:r>
            <a:endParaRPr lang="pt-BR" dirty="0"/>
          </a:p>
          <a:p>
            <a:r>
              <a:rPr lang="pt-BR" dirty="0"/>
              <a:t>  </a:t>
            </a:r>
            <a:r>
              <a:rPr lang="pt-BR" dirty="0" err="1"/>
              <a:t>App.tsx</a:t>
            </a:r>
            <a:endParaRPr lang="pt-BR" dirty="0"/>
          </a:p>
          <a:p>
            <a:r>
              <a:rPr lang="pt-BR" dirty="0"/>
              <a:t>  </a:t>
            </a:r>
            <a:r>
              <a:rPr lang="pt-BR" dirty="0" err="1"/>
              <a:t>main.tsx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25899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FC807A-2B43-7277-3868-325753B02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Iniciando o projeto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09CE49-15B7-FDA3-34CB-CC11BB1E0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npm</a:t>
            </a:r>
            <a:r>
              <a:rPr lang="pt-BR" dirty="0"/>
              <a:t> </a:t>
            </a:r>
            <a:r>
              <a:rPr lang="pt-BR" dirty="0" err="1"/>
              <a:t>create</a:t>
            </a:r>
            <a:r>
              <a:rPr lang="pt-BR" dirty="0"/>
              <a:t> </a:t>
            </a:r>
            <a:r>
              <a:rPr lang="pt-BR" dirty="0" err="1"/>
              <a:t>vite@latest</a:t>
            </a:r>
            <a:r>
              <a:rPr lang="pt-BR" dirty="0"/>
              <a:t> exemplo1 --</a:t>
            </a:r>
            <a:r>
              <a:rPr lang="pt-BR" dirty="0" err="1"/>
              <a:t>template</a:t>
            </a:r>
            <a:r>
              <a:rPr lang="pt-BR" dirty="0"/>
              <a:t> </a:t>
            </a:r>
            <a:r>
              <a:rPr lang="pt-BR" dirty="0" err="1"/>
              <a:t>react-ts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cd</a:t>
            </a:r>
            <a:r>
              <a:rPr lang="pt-BR" dirty="0"/>
              <a:t> exemplo1</a:t>
            </a:r>
          </a:p>
          <a:p>
            <a:endParaRPr lang="pt-BR" dirty="0"/>
          </a:p>
          <a:p>
            <a:r>
              <a:rPr lang="pt-BR" dirty="0" err="1"/>
              <a:t>npm</a:t>
            </a:r>
            <a:r>
              <a:rPr lang="pt-BR" dirty="0"/>
              <a:t> </a:t>
            </a:r>
            <a:r>
              <a:rPr lang="pt-BR" dirty="0" err="1"/>
              <a:t>install</a:t>
            </a:r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37088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ECE3E0-503A-3301-ADFB-8AD51399A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src</a:t>
            </a:r>
            <a:r>
              <a:rPr lang="pt-BR" dirty="0"/>
              <a:t>/</a:t>
            </a:r>
            <a:r>
              <a:rPr lang="pt-BR" dirty="0" err="1"/>
              <a:t>components</a:t>
            </a:r>
            <a:r>
              <a:rPr lang="pt-BR" dirty="0"/>
              <a:t>/</a:t>
            </a:r>
            <a:r>
              <a:rPr lang="pt-BR" dirty="0" err="1"/>
              <a:t>Saudacao.tsx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2A8306-277E-E0C4-1B82-3221E2A9A3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/>
              <a:t>// Componente que recebe uma VARIÁVEL como </a:t>
            </a:r>
            <a:r>
              <a:rPr lang="pt-BR" dirty="0" err="1"/>
              <a:t>prop</a:t>
            </a:r>
            <a:endParaRPr lang="pt-BR" dirty="0"/>
          </a:p>
          <a:p>
            <a:pPr marL="0" indent="0">
              <a:buNone/>
            </a:pPr>
            <a:r>
              <a:rPr lang="pt-BR" dirty="0" err="1"/>
              <a:t>export</a:t>
            </a:r>
            <a:r>
              <a:rPr lang="pt-BR" dirty="0"/>
              <a:t> </a:t>
            </a:r>
            <a:r>
              <a:rPr lang="pt-BR" dirty="0" err="1"/>
              <a:t>type</a:t>
            </a:r>
            <a:r>
              <a:rPr lang="pt-BR" dirty="0"/>
              <a:t> </a:t>
            </a:r>
            <a:r>
              <a:rPr lang="pt-BR" dirty="0" err="1"/>
              <a:t>SaudacaoProps</a:t>
            </a:r>
            <a:r>
              <a:rPr lang="pt-BR" dirty="0"/>
              <a:t> = {</a:t>
            </a:r>
          </a:p>
          <a:p>
            <a:pPr marL="0" indent="0">
              <a:buNone/>
            </a:pPr>
            <a:r>
              <a:rPr lang="pt-BR" dirty="0"/>
              <a:t>  nome: </a:t>
            </a:r>
            <a:r>
              <a:rPr lang="pt-BR" dirty="0" err="1"/>
              <a:t>string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};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export</a:t>
            </a:r>
            <a:r>
              <a:rPr lang="pt-BR" dirty="0"/>
              <a:t> default </a:t>
            </a: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Saudacao</a:t>
            </a:r>
            <a:r>
              <a:rPr lang="pt-BR" dirty="0"/>
              <a:t>({ nome }: </a:t>
            </a:r>
            <a:r>
              <a:rPr lang="pt-BR" dirty="0" err="1"/>
              <a:t>SaudacaoProps</a:t>
            </a:r>
            <a:r>
              <a:rPr lang="pt-BR" dirty="0"/>
              <a:t>) {</a:t>
            </a:r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return</a:t>
            </a:r>
            <a:r>
              <a:rPr lang="pt-BR" dirty="0"/>
              <a:t> &lt;h2&gt;Olá, {nome}!&lt;/h2&gt;;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41694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A75DF0-6DF3-134E-62A9-379E9F401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src</a:t>
            </a:r>
            <a:r>
              <a:rPr lang="pt-BR" dirty="0"/>
              <a:t>/</a:t>
            </a:r>
            <a:r>
              <a:rPr lang="pt-BR" dirty="0" err="1"/>
              <a:t>components</a:t>
            </a:r>
            <a:r>
              <a:rPr lang="pt-BR" dirty="0"/>
              <a:t>/</a:t>
            </a:r>
            <a:r>
              <a:rPr lang="pt-BR" dirty="0" err="1"/>
              <a:t>Botao.tsx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265FFD-68F2-113B-64DE-8D066A4A6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pt-BR" dirty="0"/>
              <a:t>// Componente que recebe uma FUNÇÃO como </a:t>
            </a:r>
            <a:r>
              <a:rPr lang="pt-BR" dirty="0" err="1"/>
              <a:t>prop</a:t>
            </a:r>
            <a:endParaRPr lang="pt-BR" dirty="0"/>
          </a:p>
          <a:p>
            <a:pPr marL="0" indent="0">
              <a:buNone/>
            </a:pPr>
            <a:r>
              <a:rPr lang="pt-BR" dirty="0" err="1"/>
              <a:t>export</a:t>
            </a:r>
            <a:r>
              <a:rPr lang="pt-BR" dirty="0"/>
              <a:t> </a:t>
            </a:r>
            <a:r>
              <a:rPr lang="pt-BR" dirty="0" err="1"/>
              <a:t>type</a:t>
            </a:r>
            <a:r>
              <a:rPr lang="pt-BR" dirty="0"/>
              <a:t> </a:t>
            </a:r>
            <a:r>
              <a:rPr lang="pt-BR" dirty="0" err="1"/>
              <a:t>BotaoProps</a:t>
            </a:r>
            <a:r>
              <a:rPr lang="pt-BR" dirty="0"/>
              <a:t> = {</a:t>
            </a:r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onClick</a:t>
            </a:r>
            <a:r>
              <a:rPr lang="pt-BR" dirty="0"/>
              <a:t>: () =&gt; </a:t>
            </a:r>
            <a:r>
              <a:rPr lang="pt-BR" dirty="0" err="1"/>
              <a:t>void</a:t>
            </a:r>
            <a:r>
              <a:rPr lang="pt-BR" dirty="0"/>
              <a:t>; // função sem parâmetros e sem retorno</a:t>
            </a:r>
          </a:p>
          <a:p>
            <a:pPr marL="0" indent="0">
              <a:buNone/>
            </a:pPr>
            <a:r>
              <a:rPr lang="pt-BR" dirty="0"/>
              <a:t>};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export</a:t>
            </a:r>
            <a:r>
              <a:rPr lang="pt-BR" dirty="0"/>
              <a:t> default </a:t>
            </a: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Botao</a:t>
            </a:r>
            <a:r>
              <a:rPr lang="pt-BR" dirty="0"/>
              <a:t>({ </a:t>
            </a:r>
            <a:r>
              <a:rPr lang="pt-BR" dirty="0" err="1"/>
              <a:t>onClick</a:t>
            </a:r>
            <a:r>
              <a:rPr lang="pt-BR" dirty="0"/>
              <a:t> }: </a:t>
            </a:r>
            <a:r>
              <a:rPr lang="pt-BR" dirty="0" err="1"/>
              <a:t>BotaoProps</a:t>
            </a:r>
            <a:r>
              <a:rPr lang="pt-BR" dirty="0"/>
              <a:t>) {</a:t>
            </a:r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return</a:t>
            </a:r>
            <a:r>
              <a:rPr lang="pt-BR" dirty="0"/>
              <a:t> &lt;</a:t>
            </a:r>
            <a:r>
              <a:rPr lang="pt-BR" dirty="0" err="1"/>
              <a:t>button</a:t>
            </a:r>
            <a:r>
              <a:rPr lang="pt-BR" dirty="0"/>
              <a:t> </a:t>
            </a:r>
            <a:r>
              <a:rPr lang="pt-BR" dirty="0" err="1"/>
              <a:t>onClick</a:t>
            </a:r>
            <a:r>
              <a:rPr lang="pt-BR" dirty="0"/>
              <a:t>={</a:t>
            </a:r>
            <a:r>
              <a:rPr lang="pt-BR" dirty="0" err="1"/>
              <a:t>onClick</a:t>
            </a:r>
            <a:r>
              <a:rPr lang="pt-BR" dirty="0"/>
              <a:t>}&gt;Clique aqui&lt;/</a:t>
            </a:r>
            <a:r>
              <a:rPr lang="pt-BR" dirty="0" err="1"/>
              <a:t>button</a:t>
            </a:r>
            <a:r>
              <a:rPr lang="pt-BR" dirty="0"/>
              <a:t>&gt;;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5433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9ECE65-4AB7-929B-0B65-2FB285C7A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src</a:t>
            </a:r>
            <a:r>
              <a:rPr lang="pt-BR" dirty="0"/>
              <a:t>/</a:t>
            </a:r>
            <a:r>
              <a:rPr lang="pt-BR" dirty="0" err="1"/>
              <a:t>App.tsx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F83AFA-652A-9073-22BE-DED930230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Saudacao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"./</a:t>
            </a:r>
            <a:r>
              <a:rPr lang="pt-BR" dirty="0" err="1"/>
              <a:t>components</a:t>
            </a:r>
            <a:r>
              <a:rPr lang="pt-BR" dirty="0"/>
              <a:t>/</a:t>
            </a:r>
            <a:r>
              <a:rPr lang="pt-BR" dirty="0" err="1"/>
              <a:t>Saudacao</a:t>
            </a:r>
            <a:r>
              <a:rPr lang="pt-BR" dirty="0"/>
              <a:t>";</a:t>
            </a:r>
          </a:p>
          <a:p>
            <a:pPr marL="0" indent="0">
              <a:buNone/>
            </a:pPr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Botao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"./</a:t>
            </a:r>
            <a:r>
              <a:rPr lang="pt-BR" dirty="0" err="1"/>
              <a:t>components</a:t>
            </a:r>
            <a:r>
              <a:rPr lang="pt-BR" dirty="0"/>
              <a:t>/</a:t>
            </a:r>
            <a:r>
              <a:rPr lang="pt-BR" dirty="0" err="1"/>
              <a:t>Botao</a:t>
            </a:r>
            <a:r>
              <a:rPr lang="pt-BR" dirty="0"/>
              <a:t>";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export</a:t>
            </a:r>
            <a:r>
              <a:rPr lang="pt-BR" dirty="0"/>
              <a:t> default </a:t>
            </a:r>
            <a:r>
              <a:rPr lang="pt-BR" dirty="0" err="1"/>
              <a:t>function</a:t>
            </a:r>
            <a:r>
              <a:rPr lang="pt-BR" dirty="0"/>
              <a:t> App() {</a:t>
            </a:r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dizerOla</a:t>
            </a:r>
            <a:r>
              <a:rPr lang="pt-BR" dirty="0"/>
              <a:t>() {</a:t>
            </a:r>
          </a:p>
          <a:p>
            <a:pPr marL="0" indent="0">
              <a:buNone/>
            </a:pPr>
            <a:r>
              <a:rPr lang="pt-BR" dirty="0"/>
              <a:t>    </a:t>
            </a:r>
            <a:r>
              <a:rPr lang="pt-BR" dirty="0" err="1"/>
              <a:t>alert</a:t>
            </a:r>
            <a:r>
              <a:rPr lang="pt-BR" dirty="0"/>
              <a:t>("Você clicou no botão!");</a:t>
            </a:r>
          </a:p>
          <a:p>
            <a:pPr marL="0" indent="0">
              <a:buNone/>
            </a:pPr>
            <a:r>
              <a:rPr lang="pt-BR" dirty="0"/>
              <a:t>  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return</a:t>
            </a:r>
            <a:r>
              <a:rPr lang="pt-BR" dirty="0"/>
              <a:t> (</a:t>
            </a:r>
          </a:p>
          <a:p>
            <a:pPr marL="0" indent="0">
              <a:buNone/>
            </a:pPr>
            <a:r>
              <a:rPr lang="pt-BR" dirty="0"/>
              <a:t>    &lt;</a:t>
            </a:r>
            <a:r>
              <a:rPr lang="pt-BR" dirty="0" err="1"/>
              <a:t>div</a:t>
            </a:r>
            <a:r>
              <a:rPr lang="pt-BR" dirty="0"/>
              <a:t> </a:t>
            </a:r>
            <a:r>
              <a:rPr lang="pt-BR" dirty="0" err="1"/>
              <a:t>style</a:t>
            </a:r>
            <a:r>
              <a:rPr lang="pt-BR" dirty="0"/>
              <a:t>={{ </a:t>
            </a:r>
            <a:r>
              <a:rPr lang="pt-BR" dirty="0" err="1"/>
              <a:t>padding</a:t>
            </a:r>
            <a:r>
              <a:rPr lang="pt-BR" dirty="0"/>
              <a:t>: 20 }}&gt;</a:t>
            </a:r>
          </a:p>
          <a:p>
            <a:pPr marL="0" indent="0">
              <a:buNone/>
            </a:pPr>
            <a:r>
              <a:rPr lang="pt-BR" dirty="0"/>
              <a:t>      {/* Passando uma variável (</a:t>
            </a:r>
            <a:r>
              <a:rPr lang="pt-BR" dirty="0" err="1"/>
              <a:t>string</a:t>
            </a:r>
            <a:r>
              <a:rPr lang="pt-BR" dirty="0"/>
              <a:t>) como </a:t>
            </a:r>
            <a:r>
              <a:rPr lang="pt-BR" dirty="0" err="1"/>
              <a:t>prop</a:t>
            </a:r>
            <a:r>
              <a:rPr lang="pt-BR" dirty="0"/>
              <a:t> */}</a:t>
            </a:r>
          </a:p>
          <a:p>
            <a:pPr marL="0" indent="0">
              <a:buNone/>
            </a:pPr>
            <a:r>
              <a:rPr lang="pt-BR" dirty="0"/>
              <a:t>      &lt;</a:t>
            </a:r>
            <a:r>
              <a:rPr lang="pt-BR" dirty="0" err="1"/>
              <a:t>Saudacao</a:t>
            </a:r>
            <a:r>
              <a:rPr lang="pt-BR" dirty="0"/>
              <a:t> nome="Maria" /&gt;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      {/* Passando uma função como </a:t>
            </a:r>
            <a:r>
              <a:rPr lang="pt-BR" dirty="0" err="1"/>
              <a:t>prop</a:t>
            </a:r>
            <a:r>
              <a:rPr lang="pt-BR" dirty="0"/>
              <a:t> */}</a:t>
            </a:r>
          </a:p>
          <a:p>
            <a:pPr marL="0" indent="0">
              <a:buNone/>
            </a:pPr>
            <a:r>
              <a:rPr lang="pt-BR" dirty="0"/>
              <a:t>      &lt;</a:t>
            </a:r>
            <a:r>
              <a:rPr lang="pt-BR" dirty="0" err="1"/>
              <a:t>Botao</a:t>
            </a:r>
            <a:r>
              <a:rPr lang="pt-BR" dirty="0"/>
              <a:t> </a:t>
            </a:r>
            <a:r>
              <a:rPr lang="pt-BR" dirty="0" err="1"/>
              <a:t>onClick</a:t>
            </a:r>
            <a:r>
              <a:rPr lang="pt-BR" dirty="0"/>
              <a:t>={</a:t>
            </a:r>
            <a:r>
              <a:rPr lang="pt-BR" dirty="0" err="1"/>
              <a:t>dizerOla</a:t>
            </a:r>
            <a:r>
              <a:rPr lang="pt-BR" dirty="0"/>
              <a:t>} /&gt;</a:t>
            </a:r>
          </a:p>
          <a:p>
            <a:pPr marL="0" indent="0">
              <a:buNone/>
            </a:pPr>
            <a:r>
              <a:rPr lang="pt-BR" dirty="0"/>
              <a:t>    &lt;/</a:t>
            </a:r>
            <a:r>
              <a:rPr lang="pt-BR" dirty="0" err="1"/>
              <a:t>div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/>
              <a:t>  );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65494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75ECFF-E5F9-AA32-1DE0-6352FC763D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src</a:t>
            </a:r>
            <a:r>
              <a:rPr lang="pt-BR" dirty="0"/>
              <a:t>/</a:t>
            </a:r>
            <a:r>
              <a:rPr lang="pt-BR" dirty="0" err="1"/>
              <a:t>main.tsx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26BDE74-0F9A-CD74-9D37-61C03FA36B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React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"</a:t>
            </a:r>
            <a:r>
              <a:rPr lang="pt-BR" dirty="0" err="1"/>
              <a:t>react</a:t>
            </a:r>
            <a:r>
              <a:rPr lang="pt-BR" dirty="0"/>
              <a:t>";</a:t>
            </a:r>
          </a:p>
          <a:p>
            <a:pPr marL="0" indent="0">
              <a:buNone/>
            </a:pPr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ReactDOM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"</a:t>
            </a:r>
            <a:r>
              <a:rPr lang="pt-BR" dirty="0" err="1"/>
              <a:t>react</a:t>
            </a:r>
            <a:r>
              <a:rPr lang="pt-BR" dirty="0"/>
              <a:t>-dom/</a:t>
            </a:r>
            <a:r>
              <a:rPr lang="pt-BR" dirty="0" err="1"/>
              <a:t>client</a:t>
            </a:r>
            <a:r>
              <a:rPr lang="pt-BR" dirty="0"/>
              <a:t>";</a:t>
            </a:r>
          </a:p>
          <a:p>
            <a:pPr marL="0" indent="0">
              <a:buNone/>
            </a:pPr>
            <a:r>
              <a:rPr lang="pt-BR" dirty="0" err="1"/>
              <a:t>import</a:t>
            </a:r>
            <a:r>
              <a:rPr lang="pt-BR" dirty="0"/>
              <a:t> App </a:t>
            </a:r>
            <a:r>
              <a:rPr lang="pt-BR" dirty="0" err="1"/>
              <a:t>from</a:t>
            </a:r>
            <a:r>
              <a:rPr lang="pt-BR" dirty="0"/>
              <a:t> "./App";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ReactDOM.createRoot</a:t>
            </a:r>
            <a:r>
              <a:rPr lang="pt-BR" dirty="0"/>
              <a:t>(</a:t>
            </a:r>
            <a:r>
              <a:rPr lang="pt-BR" dirty="0" err="1"/>
              <a:t>document.getElementById</a:t>
            </a:r>
            <a:r>
              <a:rPr lang="pt-BR" dirty="0"/>
              <a:t>("root")!).render(</a:t>
            </a:r>
          </a:p>
          <a:p>
            <a:pPr marL="0" indent="0">
              <a:buNone/>
            </a:pPr>
            <a:r>
              <a:rPr lang="pt-BR" dirty="0"/>
              <a:t>  &lt;</a:t>
            </a:r>
            <a:r>
              <a:rPr lang="pt-BR" dirty="0" err="1"/>
              <a:t>React.StrictMode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/>
              <a:t>    &lt;App /&gt;</a:t>
            </a:r>
          </a:p>
          <a:p>
            <a:pPr marL="0" indent="0">
              <a:buNone/>
            </a:pPr>
            <a:r>
              <a:rPr lang="pt-BR" dirty="0"/>
              <a:t>  &lt;/</a:t>
            </a:r>
            <a:r>
              <a:rPr lang="pt-BR" dirty="0" err="1"/>
              <a:t>React.StrictMode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/>
              <a:t>);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3177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B9DA8-302C-C7B1-DCAE-3BA14E93B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b="1" dirty="0"/>
              <a:t>Conclusão</a:t>
            </a:r>
            <a:br>
              <a:rPr lang="pt-BR" b="1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C9A25FA-934E-E42A-B9F5-F19F1C99B0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b="1" dirty="0" err="1"/>
              <a:t>Props</a:t>
            </a:r>
            <a:r>
              <a:rPr lang="pt-BR" b="1" dirty="0"/>
              <a:t> de variável</a:t>
            </a:r>
            <a:r>
              <a:rPr lang="pt-BR" dirty="0"/>
              <a:t> → transmitem </a:t>
            </a:r>
            <a:r>
              <a:rPr lang="pt-BR" b="1" dirty="0"/>
              <a:t>informações</a:t>
            </a:r>
            <a:r>
              <a:rPr lang="pt-BR" dirty="0"/>
              <a:t> (dados).</a:t>
            </a:r>
          </a:p>
          <a:p>
            <a:r>
              <a:rPr lang="pt-BR" b="1" dirty="0" err="1"/>
              <a:t>Props</a:t>
            </a:r>
            <a:r>
              <a:rPr lang="pt-BR" b="1" dirty="0"/>
              <a:t> de função</a:t>
            </a:r>
            <a:r>
              <a:rPr lang="pt-BR" dirty="0"/>
              <a:t> → transmitem </a:t>
            </a:r>
            <a:r>
              <a:rPr lang="pt-BR" b="1" dirty="0"/>
              <a:t>ações</a:t>
            </a:r>
            <a:r>
              <a:rPr lang="pt-BR" dirty="0"/>
              <a:t> (comportamentos).</a:t>
            </a:r>
          </a:p>
          <a:p>
            <a:r>
              <a:rPr lang="pt-BR" dirty="0"/>
              <a:t>Essa separação é essencial em </a:t>
            </a:r>
            <a:r>
              <a:rPr lang="pt-BR" dirty="0" err="1"/>
              <a:t>React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Alguns componentes são mais </a:t>
            </a:r>
            <a:r>
              <a:rPr lang="pt-BR" b="1" dirty="0"/>
              <a:t>apresentação</a:t>
            </a:r>
            <a:r>
              <a:rPr lang="pt-BR" dirty="0"/>
              <a:t> (recebem valores).</a:t>
            </a:r>
          </a:p>
          <a:p>
            <a:pPr lvl="1"/>
            <a:r>
              <a:rPr lang="pt-BR" dirty="0"/>
              <a:t>Outros são mais </a:t>
            </a:r>
            <a:r>
              <a:rPr lang="pt-BR" b="1" dirty="0"/>
              <a:t>interativos</a:t>
            </a:r>
            <a:r>
              <a:rPr lang="pt-BR" dirty="0"/>
              <a:t> (recebem funções para disparar eventos).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18715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809E4C-6700-EF9D-EA54-C1C47F7D3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Relembrando os </a:t>
            </a:r>
            <a:r>
              <a:rPr lang="pt-BR" dirty="0" err="1"/>
              <a:t>Hooks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FA70D9F-58DB-808C-8723-A64FA37AD5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Relembrando os </a:t>
            </a:r>
            <a:r>
              <a:rPr lang="pt-BR" dirty="0" err="1"/>
              <a:t>Hooks</a:t>
            </a:r>
            <a:endParaRPr lang="pt-BR" dirty="0"/>
          </a:p>
          <a:p>
            <a:pPr lvl="1"/>
            <a:r>
              <a:rPr lang="pt-BR" dirty="0" err="1"/>
              <a:t>useState</a:t>
            </a:r>
            <a:r>
              <a:rPr lang="pt-BR" dirty="0"/>
              <a:t>: cria e controla valores que mudam com o tempo dentro do componente (estado).</a:t>
            </a:r>
          </a:p>
          <a:p>
            <a:pPr lvl="1"/>
            <a:r>
              <a:rPr lang="pt-BR" dirty="0" err="1"/>
              <a:t>useEffect</a:t>
            </a:r>
            <a:r>
              <a:rPr lang="pt-BR" dirty="0"/>
              <a:t>: executa um efeito colateral (ex.: buscar dados de API, logar no console) quando o componente é montado ou quando alguma dependência muda.</a:t>
            </a:r>
          </a:p>
        </p:txBody>
      </p:sp>
    </p:spTree>
    <p:extLst>
      <p:ext uri="{BB962C8B-B14F-4D97-AF65-F5344CB8AC3E}">
        <p14:creationId xmlns:p14="http://schemas.microsoft.com/office/powerpoint/2010/main" val="29671056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4E22D8-98B0-865F-C9A4-B5AEF7728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components</a:t>
            </a:r>
            <a:r>
              <a:rPr lang="pt-BR" dirty="0"/>
              <a:t>/</a:t>
            </a:r>
            <a:r>
              <a:rPr lang="pt-BR" dirty="0" err="1"/>
              <a:t>Saudacao.tsx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1C869AB-365B-CDF0-0DD6-9BF8D3B933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dirty="0" err="1"/>
              <a:t>type</a:t>
            </a:r>
            <a:r>
              <a:rPr lang="pt-BR" dirty="0"/>
              <a:t> </a:t>
            </a:r>
            <a:r>
              <a:rPr lang="pt-BR" dirty="0" err="1"/>
              <a:t>SaudacaoProps</a:t>
            </a:r>
            <a:r>
              <a:rPr lang="pt-BR" dirty="0"/>
              <a:t> = {</a:t>
            </a:r>
          </a:p>
          <a:p>
            <a:pPr marL="0" indent="0">
              <a:buNone/>
            </a:pPr>
            <a:r>
              <a:rPr lang="pt-BR" dirty="0"/>
              <a:t>  nome: </a:t>
            </a:r>
            <a:r>
              <a:rPr lang="pt-BR" dirty="0" err="1"/>
              <a:t>string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};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export</a:t>
            </a:r>
            <a:r>
              <a:rPr lang="pt-BR" dirty="0"/>
              <a:t> default </a:t>
            </a: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Saudacao</a:t>
            </a:r>
            <a:r>
              <a:rPr lang="pt-BR" dirty="0"/>
              <a:t>({ nome }: </a:t>
            </a:r>
            <a:r>
              <a:rPr lang="pt-BR" dirty="0" err="1"/>
              <a:t>SaudacaoProps</a:t>
            </a:r>
            <a:r>
              <a:rPr lang="pt-BR" dirty="0"/>
              <a:t>) {</a:t>
            </a:r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return</a:t>
            </a:r>
            <a:r>
              <a:rPr lang="pt-BR" dirty="0"/>
              <a:t> &lt;h2&gt;Olá, {nome}!&lt;/h2&gt;;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691727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195D9-9FEC-1D1A-5F59-2145F4E75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components</a:t>
            </a:r>
            <a:r>
              <a:rPr lang="pt-BR" dirty="0"/>
              <a:t>/</a:t>
            </a:r>
            <a:r>
              <a:rPr lang="pt-BR" dirty="0" err="1"/>
              <a:t>Botao.tsx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A8E3C9-573D-8235-01A0-796218C7A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 err="1"/>
              <a:t>type</a:t>
            </a:r>
            <a:r>
              <a:rPr lang="pt-BR" dirty="0"/>
              <a:t> </a:t>
            </a:r>
            <a:r>
              <a:rPr lang="pt-BR" dirty="0" err="1"/>
              <a:t>BotaoProps</a:t>
            </a:r>
            <a:r>
              <a:rPr lang="pt-BR" dirty="0"/>
              <a:t> = {</a:t>
            </a:r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onClick</a:t>
            </a:r>
            <a:r>
              <a:rPr lang="pt-BR" dirty="0"/>
              <a:t>: () =&gt; </a:t>
            </a:r>
            <a:r>
              <a:rPr lang="pt-BR" dirty="0" err="1"/>
              <a:t>void</a:t>
            </a:r>
            <a:r>
              <a:rPr lang="pt-BR" dirty="0"/>
              <a:t>;</a:t>
            </a:r>
          </a:p>
          <a:p>
            <a:pPr marL="0" indent="0">
              <a:buNone/>
            </a:pPr>
            <a:r>
              <a:rPr lang="pt-BR" dirty="0"/>
              <a:t>};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export</a:t>
            </a:r>
            <a:r>
              <a:rPr lang="pt-BR" dirty="0"/>
              <a:t> default </a:t>
            </a: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Botao</a:t>
            </a:r>
            <a:r>
              <a:rPr lang="pt-BR" dirty="0"/>
              <a:t>({ </a:t>
            </a:r>
            <a:r>
              <a:rPr lang="pt-BR" dirty="0" err="1"/>
              <a:t>onClick</a:t>
            </a:r>
            <a:r>
              <a:rPr lang="pt-BR" dirty="0"/>
              <a:t> }: </a:t>
            </a:r>
            <a:r>
              <a:rPr lang="pt-BR" dirty="0" err="1"/>
              <a:t>BotaoProps</a:t>
            </a:r>
            <a:r>
              <a:rPr lang="pt-BR" dirty="0"/>
              <a:t>) {</a:t>
            </a:r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return</a:t>
            </a:r>
            <a:r>
              <a:rPr lang="pt-BR" dirty="0"/>
              <a:t> &lt;</a:t>
            </a:r>
            <a:r>
              <a:rPr lang="pt-BR" dirty="0" err="1"/>
              <a:t>button</a:t>
            </a:r>
            <a:r>
              <a:rPr lang="pt-BR" dirty="0"/>
              <a:t> </a:t>
            </a:r>
            <a:r>
              <a:rPr lang="pt-BR" dirty="0" err="1"/>
              <a:t>onClick</a:t>
            </a:r>
            <a:r>
              <a:rPr lang="pt-BR" dirty="0"/>
              <a:t>={</a:t>
            </a:r>
            <a:r>
              <a:rPr lang="pt-BR" dirty="0" err="1"/>
              <a:t>onClick</a:t>
            </a:r>
            <a:r>
              <a:rPr lang="pt-BR" dirty="0"/>
              <a:t>}&gt;Clique aqui&lt;/</a:t>
            </a:r>
            <a:r>
              <a:rPr lang="pt-BR" dirty="0" err="1"/>
              <a:t>button</a:t>
            </a:r>
            <a:r>
              <a:rPr lang="pt-BR" dirty="0"/>
              <a:t>&gt;;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859387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E0C6E-053C-5625-A54B-70476C9DB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/>
              <a:t>App.tsx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7411F96-8729-6093-6C91-96938E434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pt-BR" dirty="0" err="1"/>
              <a:t>import</a:t>
            </a:r>
            <a:r>
              <a:rPr lang="pt-BR" dirty="0"/>
              <a:t> { </a:t>
            </a:r>
            <a:r>
              <a:rPr lang="pt-BR" dirty="0" err="1"/>
              <a:t>useState</a:t>
            </a:r>
            <a:r>
              <a:rPr lang="pt-BR" dirty="0"/>
              <a:t>, </a:t>
            </a:r>
            <a:r>
              <a:rPr lang="pt-BR" dirty="0" err="1"/>
              <a:t>useEffect</a:t>
            </a:r>
            <a:r>
              <a:rPr lang="pt-BR" dirty="0"/>
              <a:t> } </a:t>
            </a:r>
            <a:r>
              <a:rPr lang="pt-BR" dirty="0" err="1"/>
              <a:t>from</a:t>
            </a:r>
            <a:r>
              <a:rPr lang="pt-BR" dirty="0"/>
              <a:t> "</a:t>
            </a:r>
            <a:r>
              <a:rPr lang="pt-BR" dirty="0" err="1"/>
              <a:t>react</a:t>
            </a:r>
            <a:r>
              <a:rPr lang="pt-BR" dirty="0"/>
              <a:t>";</a:t>
            </a:r>
          </a:p>
          <a:p>
            <a:pPr marL="0" indent="0">
              <a:buNone/>
            </a:pPr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Saudacao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"./</a:t>
            </a:r>
            <a:r>
              <a:rPr lang="pt-BR" dirty="0" err="1"/>
              <a:t>components</a:t>
            </a:r>
            <a:r>
              <a:rPr lang="pt-BR" dirty="0"/>
              <a:t>/</a:t>
            </a:r>
            <a:r>
              <a:rPr lang="pt-BR" dirty="0" err="1"/>
              <a:t>Saudacao</a:t>
            </a:r>
            <a:r>
              <a:rPr lang="pt-BR" dirty="0"/>
              <a:t>";</a:t>
            </a:r>
          </a:p>
          <a:p>
            <a:pPr marL="0" indent="0">
              <a:buNone/>
            </a:pPr>
            <a:r>
              <a:rPr lang="pt-BR" dirty="0" err="1"/>
              <a:t>import</a:t>
            </a:r>
            <a:r>
              <a:rPr lang="pt-BR" dirty="0"/>
              <a:t> </a:t>
            </a:r>
            <a:r>
              <a:rPr lang="pt-BR" dirty="0" err="1"/>
              <a:t>Botao</a:t>
            </a:r>
            <a:r>
              <a:rPr lang="pt-BR" dirty="0"/>
              <a:t> </a:t>
            </a:r>
            <a:r>
              <a:rPr lang="pt-BR" dirty="0" err="1"/>
              <a:t>from</a:t>
            </a:r>
            <a:r>
              <a:rPr lang="pt-BR" dirty="0"/>
              <a:t> "./</a:t>
            </a:r>
            <a:r>
              <a:rPr lang="pt-BR" dirty="0" err="1"/>
              <a:t>components</a:t>
            </a:r>
            <a:r>
              <a:rPr lang="pt-BR" dirty="0"/>
              <a:t>/</a:t>
            </a:r>
            <a:r>
              <a:rPr lang="pt-BR" dirty="0" err="1"/>
              <a:t>Botao</a:t>
            </a:r>
            <a:r>
              <a:rPr lang="pt-BR" dirty="0"/>
              <a:t>";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 err="1"/>
              <a:t>export</a:t>
            </a:r>
            <a:r>
              <a:rPr lang="pt-BR" dirty="0"/>
              <a:t> default </a:t>
            </a:r>
            <a:r>
              <a:rPr lang="pt-BR" dirty="0" err="1"/>
              <a:t>function</a:t>
            </a:r>
            <a:r>
              <a:rPr lang="pt-BR" dirty="0"/>
              <a:t> App() {</a:t>
            </a:r>
          </a:p>
          <a:p>
            <a:pPr marL="0" indent="0">
              <a:buNone/>
            </a:pPr>
            <a:r>
              <a:rPr lang="pt-BR" dirty="0"/>
              <a:t>  // </a:t>
            </a:r>
            <a:r>
              <a:rPr lang="pt-BR" dirty="0" err="1"/>
              <a:t>useState</a:t>
            </a:r>
            <a:r>
              <a:rPr lang="pt-BR" dirty="0"/>
              <a:t> → controla o nome e o contador de cliques</a:t>
            </a:r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const</a:t>
            </a:r>
            <a:r>
              <a:rPr lang="pt-BR" dirty="0"/>
              <a:t> [nome, </a:t>
            </a:r>
            <a:r>
              <a:rPr lang="pt-BR" dirty="0" err="1"/>
              <a:t>setNome</a:t>
            </a:r>
            <a:r>
              <a:rPr lang="pt-BR" dirty="0"/>
              <a:t>] = </a:t>
            </a:r>
            <a:r>
              <a:rPr lang="pt-BR" dirty="0" err="1"/>
              <a:t>useState</a:t>
            </a:r>
            <a:r>
              <a:rPr lang="pt-BR" dirty="0"/>
              <a:t>("Maria");</a:t>
            </a:r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const</a:t>
            </a:r>
            <a:r>
              <a:rPr lang="pt-BR" dirty="0"/>
              <a:t> [cliques, </a:t>
            </a:r>
            <a:r>
              <a:rPr lang="pt-BR" dirty="0" err="1"/>
              <a:t>setCliques</a:t>
            </a:r>
            <a:r>
              <a:rPr lang="pt-BR" dirty="0"/>
              <a:t>] = </a:t>
            </a:r>
            <a:r>
              <a:rPr lang="pt-BR" dirty="0" err="1"/>
              <a:t>useState</a:t>
            </a:r>
            <a:r>
              <a:rPr lang="pt-BR" dirty="0"/>
              <a:t>(0);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  // Função que será passada como </a:t>
            </a:r>
            <a:r>
              <a:rPr lang="pt-BR" dirty="0" err="1"/>
              <a:t>prop</a:t>
            </a:r>
            <a:r>
              <a:rPr lang="pt-BR" dirty="0"/>
              <a:t> para o </a:t>
            </a:r>
            <a:r>
              <a:rPr lang="pt-BR" dirty="0" err="1"/>
              <a:t>Botao</a:t>
            </a:r>
            <a:endParaRPr lang="pt-BR" dirty="0"/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function</a:t>
            </a:r>
            <a:r>
              <a:rPr lang="pt-BR" dirty="0"/>
              <a:t> </a:t>
            </a:r>
            <a:r>
              <a:rPr lang="pt-BR" dirty="0" err="1"/>
              <a:t>dizerOla</a:t>
            </a:r>
            <a:r>
              <a:rPr lang="pt-BR" dirty="0"/>
              <a:t>() {</a:t>
            </a:r>
          </a:p>
          <a:p>
            <a:pPr marL="0" indent="0">
              <a:buNone/>
            </a:pPr>
            <a:r>
              <a:rPr lang="pt-BR" dirty="0"/>
              <a:t>    </a:t>
            </a:r>
            <a:r>
              <a:rPr lang="pt-BR" dirty="0" err="1"/>
              <a:t>setCliques</a:t>
            </a:r>
            <a:r>
              <a:rPr lang="pt-BR" dirty="0"/>
              <a:t>((prev) =&gt; prev + 1);</a:t>
            </a:r>
          </a:p>
          <a:p>
            <a:pPr marL="0" indent="0">
              <a:buNone/>
            </a:pPr>
            <a:r>
              <a:rPr lang="pt-BR" dirty="0"/>
              <a:t>    </a:t>
            </a:r>
            <a:r>
              <a:rPr lang="pt-BR" dirty="0" err="1"/>
              <a:t>alert</a:t>
            </a:r>
            <a:r>
              <a:rPr lang="pt-BR" dirty="0"/>
              <a:t>("Você clicou no botão!");</a:t>
            </a:r>
          </a:p>
          <a:p>
            <a:pPr marL="0" indent="0">
              <a:buNone/>
            </a:pPr>
            <a:r>
              <a:rPr lang="pt-BR" dirty="0"/>
              <a:t>  }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  // </a:t>
            </a:r>
            <a:r>
              <a:rPr lang="pt-BR" dirty="0" err="1"/>
              <a:t>useEffect</a:t>
            </a:r>
            <a:r>
              <a:rPr lang="pt-BR" dirty="0"/>
              <a:t> → roda toda vez que 'cliques' mudar</a:t>
            </a:r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useEffect</a:t>
            </a:r>
            <a:r>
              <a:rPr lang="pt-BR" dirty="0"/>
              <a:t>(() =&gt; {</a:t>
            </a:r>
          </a:p>
          <a:p>
            <a:pPr marL="0" indent="0">
              <a:buNone/>
            </a:pPr>
            <a:r>
              <a:rPr lang="pt-BR" dirty="0"/>
              <a:t>    console.log(`O botão já foi clicado ${cliques} vezes`);</a:t>
            </a:r>
          </a:p>
          <a:p>
            <a:pPr marL="0" indent="0">
              <a:buNone/>
            </a:pPr>
            <a:r>
              <a:rPr lang="pt-BR" dirty="0"/>
              <a:t>  }, [cliques]); // dependência: observa o estado 'cliques'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  </a:t>
            </a:r>
            <a:r>
              <a:rPr lang="pt-BR" dirty="0" err="1"/>
              <a:t>return</a:t>
            </a:r>
            <a:r>
              <a:rPr lang="pt-BR" dirty="0"/>
              <a:t> (</a:t>
            </a:r>
          </a:p>
          <a:p>
            <a:pPr marL="0" indent="0">
              <a:buNone/>
            </a:pPr>
            <a:r>
              <a:rPr lang="pt-BR" dirty="0"/>
              <a:t>    &lt;</a:t>
            </a:r>
            <a:r>
              <a:rPr lang="pt-BR" dirty="0" err="1"/>
              <a:t>div</a:t>
            </a:r>
            <a:r>
              <a:rPr lang="pt-BR" dirty="0"/>
              <a:t> </a:t>
            </a:r>
            <a:r>
              <a:rPr lang="pt-BR" dirty="0" err="1"/>
              <a:t>style</a:t>
            </a:r>
            <a:r>
              <a:rPr lang="pt-BR" dirty="0"/>
              <a:t>={{ </a:t>
            </a:r>
            <a:r>
              <a:rPr lang="pt-BR" dirty="0" err="1"/>
              <a:t>padding</a:t>
            </a:r>
            <a:r>
              <a:rPr lang="pt-BR" dirty="0"/>
              <a:t>: 20 }}&gt;</a:t>
            </a:r>
          </a:p>
          <a:p>
            <a:pPr marL="0" indent="0">
              <a:buNone/>
            </a:pPr>
            <a:r>
              <a:rPr lang="pt-BR" dirty="0"/>
              <a:t>      {/* Passando variável (</a:t>
            </a:r>
            <a:r>
              <a:rPr lang="pt-BR" dirty="0" err="1"/>
              <a:t>props</a:t>
            </a:r>
            <a:r>
              <a:rPr lang="pt-BR" dirty="0"/>
              <a:t> de dado) */}</a:t>
            </a:r>
          </a:p>
          <a:p>
            <a:pPr marL="0" indent="0">
              <a:buNone/>
            </a:pPr>
            <a:r>
              <a:rPr lang="pt-BR" dirty="0"/>
              <a:t>      &lt;</a:t>
            </a:r>
            <a:r>
              <a:rPr lang="pt-BR" dirty="0" err="1"/>
              <a:t>Saudacao</a:t>
            </a:r>
            <a:r>
              <a:rPr lang="pt-BR" dirty="0"/>
              <a:t> nome={nome} /&gt;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      {/* Passando função (</a:t>
            </a:r>
            <a:r>
              <a:rPr lang="pt-BR" dirty="0" err="1"/>
              <a:t>props</a:t>
            </a:r>
            <a:r>
              <a:rPr lang="pt-BR" dirty="0"/>
              <a:t> de ação) */}</a:t>
            </a:r>
          </a:p>
          <a:p>
            <a:pPr marL="0" indent="0">
              <a:buNone/>
            </a:pPr>
            <a:r>
              <a:rPr lang="pt-BR" dirty="0"/>
              <a:t>      &lt;</a:t>
            </a:r>
            <a:r>
              <a:rPr lang="pt-BR" dirty="0" err="1"/>
              <a:t>Botao</a:t>
            </a:r>
            <a:r>
              <a:rPr lang="pt-BR" dirty="0"/>
              <a:t> </a:t>
            </a:r>
            <a:r>
              <a:rPr lang="pt-BR" dirty="0" err="1"/>
              <a:t>onClick</a:t>
            </a:r>
            <a:r>
              <a:rPr lang="pt-BR" dirty="0"/>
              <a:t>={</a:t>
            </a:r>
            <a:r>
              <a:rPr lang="pt-BR" dirty="0" err="1"/>
              <a:t>dizerOla</a:t>
            </a:r>
            <a:r>
              <a:rPr lang="pt-BR" dirty="0"/>
              <a:t>} /&gt;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      &lt;p&gt;Total de cliques: {cliques}&lt;/p&gt;</a:t>
            </a:r>
          </a:p>
          <a:p>
            <a:pPr marL="0" indent="0">
              <a:buNone/>
            </a:pPr>
            <a:endParaRPr lang="pt-BR" dirty="0"/>
          </a:p>
          <a:p>
            <a:pPr marL="0" indent="0">
              <a:buNone/>
            </a:pPr>
            <a:r>
              <a:rPr lang="pt-BR" dirty="0"/>
              <a:t>      {/* Alterar o nome dinamicamente */}</a:t>
            </a:r>
          </a:p>
          <a:p>
            <a:pPr marL="0" indent="0">
              <a:buNone/>
            </a:pPr>
            <a:r>
              <a:rPr lang="pt-BR" dirty="0"/>
              <a:t>      &lt;input</a:t>
            </a:r>
          </a:p>
          <a:p>
            <a:pPr marL="0" indent="0">
              <a:buNone/>
            </a:pPr>
            <a:r>
              <a:rPr lang="pt-BR" dirty="0"/>
              <a:t>        </a:t>
            </a:r>
            <a:r>
              <a:rPr lang="pt-BR" dirty="0" err="1"/>
              <a:t>type</a:t>
            </a:r>
            <a:r>
              <a:rPr lang="pt-BR" dirty="0"/>
              <a:t>="</a:t>
            </a:r>
            <a:r>
              <a:rPr lang="pt-BR" dirty="0" err="1"/>
              <a:t>text</a:t>
            </a:r>
            <a:r>
              <a:rPr lang="pt-BR" dirty="0"/>
              <a:t>"</a:t>
            </a:r>
          </a:p>
          <a:p>
            <a:pPr marL="0" indent="0">
              <a:buNone/>
            </a:pPr>
            <a:r>
              <a:rPr lang="pt-BR" dirty="0"/>
              <a:t>        </a:t>
            </a:r>
            <a:r>
              <a:rPr lang="pt-BR" dirty="0" err="1"/>
              <a:t>value</a:t>
            </a:r>
            <a:r>
              <a:rPr lang="pt-BR" dirty="0"/>
              <a:t>={nome}</a:t>
            </a:r>
          </a:p>
          <a:p>
            <a:pPr marL="0" indent="0">
              <a:buNone/>
            </a:pPr>
            <a:r>
              <a:rPr lang="pt-BR" dirty="0"/>
              <a:t>        </a:t>
            </a:r>
            <a:r>
              <a:rPr lang="pt-BR" dirty="0" err="1"/>
              <a:t>onChange</a:t>
            </a:r>
            <a:r>
              <a:rPr lang="pt-BR" dirty="0"/>
              <a:t>={(e) =&gt; </a:t>
            </a:r>
            <a:r>
              <a:rPr lang="pt-BR" dirty="0" err="1"/>
              <a:t>setNome</a:t>
            </a:r>
            <a:r>
              <a:rPr lang="pt-BR" dirty="0"/>
              <a:t>(</a:t>
            </a:r>
            <a:r>
              <a:rPr lang="pt-BR" dirty="0" err="1"/>
              <a:t>e.target.value</a:t>
            </a:r>
            <a:r>
              <a:rPr lang="pt-BR" dirty="0"/>
              <a:t>)}</a:t>
            </a:r>
          </a:p>
          <a:p>
            <a:pPr marL="0" indent="0">
              <a:buNone/>
            </a:pPr>
            <a:r>
              <a:rPr lang="pt-BR" dirty="0"/>
              <a:t>        </a:t>
            </a:r>
            <a:r>
              <a:rPr lang="pt-BR" dirty="0" err="1"/>
              <a:t>placeholder</a:t>
            </a:r>
            <a:r>
              <a:rPr lang="pt-BR" dirty="0"/>
              <a:t>="Digite um nome"</a:t>
            </a:r>
          </a:p>
          <a:p>
            <a:pPr marL="0" indent="0">
              <a:buNone/>
            </a:pPr>
            <a:r>
              <a:rPr lang="pt-BR" dirty="0"/>
              <a:t>      /&gt;</a:t>
            </a:r>
          </a:p>
          <a:p>
            <a:pPr marL="0" indent="0">
              <a:buNone/>
            </a:pPr>
            <a:r>
              <a:rPr lang="pt-BR" dirty="0"/>
              <a:t>    &lt;/</a:t>
            </a:r>
            <a:r>
              <a:rPr lang="pt-BR" dirty="0" err="1"/>
              <a:t>div</a:t>
            </a:r>
            <a:r>
              <a:rPr lang="pt-BR" dirty="0"/>
              <a:t>&gt;</a:t>
            </a:r>
          </a:p>
          <a:p>
            <a:pPr marL="0" indent="0">
              <a:buNone/>
            </a:pPr>
            <a:r>
              <a:rPr lang="pt-BR" dirty="0"/>
              <a:t>  );</a:t>
            </a:r>
          </a:p>
          <a:p>
            <a:pPr marL="0" indent="0">
              <a:buNone/>
            </a:pPr>
            <a:r>
              <a:rPr lang="pt-BR" dirty="0"/>
              <a:t>}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872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21965D-D9B6-D803-E8EB-D40B83DC6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mudou aqui?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BFC1713-0627-4885-50B6-67EAE74860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err="1"/>
              <a:t>useState</a:t>
            </a:r>
            <a:endParaRPr lang="pt-BR" dirty="0"/>
          </a:p>
          <a:p>
            <a:pPr lvl="1"/>
            <a:r>
              <a:rPr lang="pt-BR" dirty="0" err="1"/>
              <a:t>const</a:t>
            </a:r>
            <a:r>
              <a:rPr lang="pt-BR" dirty="0"/>
              <a:t> [nome, </a:t>
            </a:r>
            <a:r>
              <a:rPr lang="pt-BR" dirty="0" err="1"/>
              <a:t>setNome</a:t>
            </a:r>
            <a:r>
              <a:rPr lang="pt-BR" dirty="0"/>
              <a:t>] = </a:t>
            </a:r>
            <a:r>
              <a:rPr lang="pt-BR" dirty="0" err="1"/>
              <a:t>useState</a:t>
            </a:r>
            <a:r>
              <a:rPr lang="pt-BR" dirty="0"/>
              <a:t>("Maria");</a:t>
            </a:r>
          </a:p>
          <a:p>
            <a:pPr lvl="2"/>
            <a:r>
              <a:rPr lang="pt-BR" dirty="0"/>
              <a:t>→ cria um estado para guardar o nome digitado</a:t>
            </a:r>
          </a:p>
          <a:p>
            <a:pPr lvl="1"/>
            <a:r>
              <a:rPr lang="pt-BR" dirty="0" err="1"/>
              <a:t>const</a:t>
            </a:r>
            <a:r>
              <a:rPr lang="pt-BR" dirty="0"/>
              <a:t> [cliques, </a:t>
            </a:r>
            <a:r>
              <a:rPr lang="pt-BR" dirty="0" err="1"/>
              <a:t>setCliques</a:t>
            </a:r>
            <a:r>
              <a:rPr lang="pt-BR" dirty="0"/>
              <a:t>] = </a:t>
            </a:r>
            <a:r>
              <a:rPr lang="pt-BR" dirty="0" err="1"/>
              <a:t>useState</a:t>
            </a:r>
            <a:r>
              <a:rPr lang="pt-BR" dirty="0"/>
              <a:t>(0);</a:t>
            </a:r>
          </a:p>
          <a:p>
            <a:pPr lvl="2"/>
            <a:r>
              <a:rPr lang="pt-BR" dirty="0"/>
              <a:t>→ guarda quantos cliques já aconteceram.</a:t>
            </a:r>
          </a:p>
          <a:p>
            <a:r>
              <a:rPr lang="pt-BR" dirty="0" err="1"/>
              <a:t>useEffect</a:t>
            </a:r>
            <a:endParaRPr lang="pt-BR" dirty="0"/>
          </a:p>
          <a:p>
            <a:pPr lvl="1"/>
            <a:r>
              <a:rPr lang="pt-BR" dirty="0" err="1"/>
              <a:t>useEffect</a:t>
            </a:r>
            <a:r>
              <a:rPr lang="pt-BR" dirty="0"/>
              <a:t>(() =&gt; { console.log(...) }, [cliques]);</a:t>
            </a:r>
          </a:p>
          <a:p>
            <a:pPr lvl="2"/>
            <a:r>
              <a:rPr lang="pt-BR" dirty="0"/>
              <a:t>→ toda vez que cliques mudar, executa esse efeito.</a:t>
            </a:r>
          </a:p>
          <a:p>
            <a:r>
              <a:rPr lang="pt-BR" dirty="0"/>
              <a:t>O componente pai (App) controla o estado, e repassa dados (nome) e ações (função </a:t>
            </a:r>
            <a:r>
              <a:rPr lang="pt-BR" dirty="0" err="1"/>
              <a:t>dizerOla</a:t>
            </a:r>
            <a:r>
              <a:rPr lang="pt-BR" dirty="0"/>
              <a:t>) para os filhos.</a:t>
            </a:r>
          </a:p>
        </p:txBody>
      </p:sp>
    </p:spTree>
    <p:extLst>
      <p:ext uri="{BB962C8B-B14F-4D97-AF65-F5344CB8AC3E}">
        <p14:creationId xmlns:p14="http://schemas.microsoft.com/office/powerpoint/2010/main" val="651528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1153</Words>
  <Application>Microsoft Office PowerPoint</Application>
  <PresentationFormat>Apresentação na tela (4:3)</PresentationFormat>
  <Paragraphs>192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Conceitos de Props em Componentes React</vt:lpstr>
      <vt:lpstr>O que são props?</vt:lpstr>
      <vt:lpstr>Componente com props do tipo variável</vt:lpstr>
      <vt:lpstr>Exemplo</vt:lpstr>
      <vt:lpstr>Componente com props do tipo função</vt:lpstr>
      <vt:lpstr>Juntando os dois conceitos</vt:lpstr>
      <vt:lpstr>Apresentação do PowerPoint</vt:lpstr>
      <vt:lpstr>Estrutura</vt:lpstr>
      <vt:lpstr>Iniciando o projeto</vt:lpstr>
      <vt:lpstr>src/components/Saudacao.tsx</vt:lpstr>
      <vt:lpstr>src/components/Botao.tsx</vt:lpstr>
      <vt:lpstr>src/App.tsx</vt:lpstr>
      <vt:lpstr>src/main.tsx</vt:lpstr>
      <vt:lpstr>Conclusão </vt:lpstr>
      <vt:lpstr>Relembrando os Hooks</vt:lpstr>
      <vt:lpstr>components/Saudacao.tsx</vt:lpstr>
      <vt:lpstr>components/Botao.tsx</vt:lpstr>
      <vt:lpstr>App.tsx</vt:lpstr>
      <vt:lpstr>O que mudou aqui?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Daniel Facciolo Pires</cp:lastModifiedBy>
  <cp:revision>4</cp:revision>
  <dcterms:created xsi:type="dcterms:W3CDTF">2013-01-27T09:14:16Z</dcterms:created>
  <dcterms:modified xsi:type="dcterms:W3CDTF">2025-09-01T18:43:58Z</dcterms:modified>
  <cp:category/>
</cp:coreProperties>
</file>